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8C502-EBA4-C8D8-4299-71A96DBC182B}" v="65" dt="2025-11-16T17:51:45.891"/>
    <p1510:client id="{A78273DF-63E9-AC7C-1709-5C28FA322631}" v="63" dt="2025-11-16T19:15:40.127"/>
    <p1510:client id="{F45322CE-785F-DD17-226D-11C0DF892BC5}" v="13" dt="2025-11-16T17:58:32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9125"/>
            <a:ext cx="10515600" cy="3069122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chemeClr val="accent2"/>
                </a:solidFill>
                <a:latin typeface="Times New Roman"/>
                <a:cs typeface="Times New Roman"/>
              </a:rPr>
              <a:t>Online Retail Dashboard</a:t>
            </a:r>
            <a:r>
              <a:rPr lang="en-US" b="1" dirty="0">
                <a:solidFill>
                  <a:schemeClr val="accent2"/>
                </a:solidFill>
                <a:latin typeface="Times New Roman"/>
                <a:cs typeface="Times New Roman"/>
              </a:rPr>
              <a:t> 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F337-3DDD-4E22-BE6C-07E1469F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082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/>
                <a:cs typeface="Times New Roman"/>
              </a:rPr>
              <a:t>Data Model</a:t>
            </a:r>
            <a:endParaRPr lang="en-US" dirty="0">
              <a:solidFill>
                <a:srgbClr val="FFC000"/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A0149-4ECF-6ACB-B687-2F0BFA9FC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927"/>
            <a:ext cx="10515600" cy="36756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/>
                <a:cs typeface="Times New Roman"/>
              </a:rPr>
              <a:t>The data model used for this analysis includes the following key entities and relationships:</a:t>
            </a:r>
            <a:endParaRPr lang="en-US" dirty="0"/>
          </a:p>
          <a:p>
            <a:r>
              <a:rPr lang="en-US">
                <a:latin typeface="Times New Roman"/>
                <a:cs typeface="Times New Roman"/>
              </a:rPr>
              <a:t>Customers</a:t>
            </a:r>
            <a:endParaRPr lang="en-US"/>
          </a:p>
          <a:p>
            <a:r>
              <a:rPr lang="en-US">
                <a:latin typeface="Times New Roman"/>
                <a:cs typeface="Times New Roman"/>
              </a:rPr>
              <a:t>Products</a:t>
            </a:r>
            <a:endParaRPr lang="en-US"/>
          </a:p>
          <a:p>
            <a:r>
              <a:rPr lang="en-US" dirty="0">
                <a:latin typeface="Times New Roman"/>
                <a:cs typeface="Times New Roman"/>
              </a:rPr>
              <a:t>Sales Transactions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Geographical Regions</a:t>
            </a:r>
            <a:endParaRPr lang="en-US" dirty="0"/>
          </a:p>
          <a:p>
            <a:pPr marL="514350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69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F1F1F-A1A0-0647-B00B-7B848A07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31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/>
                <a:cs typeface="Times New Roman"/>
              </a:rPr>
              <a:t>Data Cleaning Steps</a:t>
            </a:r>
            <a:endParaRPr lang="en-US" dirty="0">
              <a:solidFill>
                <a:srgbClr val="FFC000"/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779AC-B71F-225B-6F83-47C8C4859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4456"/>
            <a:ext cx="10515600" cy="2568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/>
                <a:cs typeface="Times New Roman"/>
              </a:rPr>
              <a:t>The key data cleaning and preparation steps taken include: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>
                <a:latin typeface="Times New Roman"/>
                <a:cs typeface="Times New Roman"/>
              </a:rPr>
              <a:t>Handling missing data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latin typeface="Times New Roman"/>
                <a:cs typeface="Times New Roman"/>
              </a:rPr>
              <a:t>Identifying and removing outliers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latin typeface="Times New Roman"/>
                <a:cs typeface="Times New Roman"/>
              </a:rPr>
              <a:t>Ensuring data consistency and quality</a:t>
            </a:r>
            <a:endParaRPr lang="en-US"/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75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92D8084F-6FB4-825F-BE35-5D995765C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826586"/>
            <a:ext cx="12191980" cy="6031414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A454D4-308F-B91A-4AC9-0600CF76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62871" y="306121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FFC000"/>
                </a:solidFill>
              </a:rPr>
              <a:t>Dashboard Screenshots</a:t>
            </a:r>
          </a:p>
          <a:p>
            <a:pPr algn="ctr"/>
            <a:endParaRPr lang="en-US" sz="3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707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C7A6C1BD-B339-CF4A-489C-9BFCC90D5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0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1B252012-DF52-477E-898C-8ADA37992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C367-F1E5-102B-8AF9-0C63A0E6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rgbClr val="FFC000"/>
                </a:solidFill>
                <a:latin typeface="Times New Roman"/>
                <a:cs typeface="Times New Roman"/>
              </a:rPr>
              <a:t>Insights</a:t>
            </a:r>
            <a:endParaRPr lang="en-US" sz="4800" dirty="0">
              <a:solidFill>
                <a:srgbClr val="FFC000"/>
              </a:solidFill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90AE3-5759-E6CC-049B-7D47BE32D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98106"/>
            <a:ext cx="5157787" cy="823912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Times New Roman"/>
                <a:cs typeface="Times New Roman"/>
              </a:rPr>
              <a:t>Top Customers</a:t>
            </a:r>
            <a:endParaRPr lang="en-US" sz="3200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251FC-3BBD-E0A4-F991-F533510C0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65791"/>
            <a:ext cx="5215296" cy="3123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/>
                <a:cs typeface="Times New Roman"/>
              </a:rPr>
              <a:t>The top 5 customers contribute 65% of the total revenue. These customers are characterized by:</a:t>
            </a:r>
            <a:endParaRPr lang="en-US" dirty="0"/>
          </a:p>
          <a:p>
            <a:r>
              <a:rPr lang="en-US">
                <a:latin typeface="Times New Roman"/>
                <a:cs typeface="Times New Roman"/>
              </a:rPr>
              <a:t>High average order value</a:t>
            </a:r>
            <a:endParaRPr lang="en-US"/>
          </a:p>
          <a:p>
            <a:r>
              <a:rPr lang="en-US">
                <a:latin typeface="Times New Roman"/>
                <a:cs typeface="Times New Roman"/>
              </a:rPr>
              <a:t>Loyal and repeat buyers</a:t>
            </a:r>
            <a:endParaRPr lang="en-US"/>
          </a:p>
          <a:p>
            <a:r>
              <a:rPr lang="en-US" dirty="0">
                <a:latin typeface="Times New Roman"/>
                <a:cs typeface="Times New Roman"/>
              </a:rPr>
              <a:t>Located in the Northeast region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E98C9-F142-3870-B839-BF1A420D4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43446" y="2486295"/>
            <a:ext cx="5211942" cy="435724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Times New Roman"/>
                <a:cs typeface="Times New Roman"/>
              </a:rPr>
              <a:t>Top Products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55A7B-1F49-1B46-A59D-521EAE50C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9068" y="2778245"/>
            <a:ext cx="5226320" cy="3411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/>
                <a:cs typeface="Times New Roman"/>
              </a:rPr>
              <a:t>The top 10 products account for 80% of the total revenue. These products are: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High-end clothing items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Seasonal and trendy products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Well-received by customers in the 18-35 age group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163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C2149-DCE9-FE3C-5DF3-FC117BD2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08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Times New Roman"/>
                <a:cs typeface="Times New Roman"/>
              </a:rPr>
              <a:t>Trends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23789-2575-9E8A-6EC3-8653A3E40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7588"/>
            <a:ext cx="10515600" cy="31723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dirty="0">
                <a:latin typeface="Times New Roman"/>
                <a:cs typeface="Times New Roman"/>
              </a:rPr>
              <a:t>The analysis of monthly and yearly trends reveals: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Significant seasonal fluctuations, with peak sales during the holiday season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Steady year-over-year growth, with a 12% increase in revenue last year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4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4E090-3921-6023-55D8-3F34C444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4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Times New Roman"/>
                <a:cs typeface="Times New Roman"/>
              </a:rPr>
              <a:t>Recommendations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6E17E-9934-2EDC-4856-5BF0449C2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latin typeface="Times New Roman"/>
                <a:cs typeface="Times New Roman"/>
              </a:rPr>
              <a:t>Based on the insights, the following recommendations are proposed:</a:t>
            </a:r>
            <a:endParaRPr lang="en-US"/>
          </a:p>
          <a:p>
            <a:r>
              <a:rPr lang="en-US" dirty="0">
                <a:latin typeface="Times New Roman"/>
                <a:cs typeface="Times New Roman"/>
              </a:rPr>
              <a:t>Develop targeted marketing campaigns to retain and expand the top customer base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Optimize inventory management for the top-selling products to meet seasonal demand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Explore opportunities to diversify the product portfolio and reduce reliance on seasonal trends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005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Online Retail Dashboard  </vt:lpstr>
      <vt:lpstr>Data Model </vt:lpstr>
      <vt:lpstr>Data Cleaning Steps </vt:lpstr>
      <vt:lpstr>Dashboard Screenshots </vt:lpstr>
      <vt:lpstr>PowerPoint Presentation</vt:lpstr>
      <vt:lpstr>PowerPoint Presentation</vt:lpstr>
      <vt:lpstr>Insights </vt:lpstr>
      <vt:lpstr>Trends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118</cp:revision>
  <dcterms:created xsi:type="dcterms:W3CDTF">2025-11-16T17:40:08Z</dcterms:created>
  <dcterms:modified xsi:type="dcterms:W3CDTF">2025-11-16T19:15:58Z</dcterms:modified>
</cp:coreProperties>
</file>